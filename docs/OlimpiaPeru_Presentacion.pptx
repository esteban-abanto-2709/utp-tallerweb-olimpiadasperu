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2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455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D50032"/>
          </a:solidFill>
          <a:ln w="12700">
            <a:solidFill>
              <a:srgbClr val="D50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280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Olimpia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🏆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749040" y="12801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 Gestión de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Deportivos Universitarios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49040" y="2377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Proyecto Final 2 · Unidad 2: CSS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2880360"/>
            <a:ext cx="5029200" cy="0"/>
          </a:xfrm>
          <a:prstGeom prst="line">
            <a:avLst/>
          </a:prstGeom>
          <a:noFill/>
          <a:ln w="19050">
            <a:solidFill>
              <a:srgbClr val="D500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Esteban Abanto Garcia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3429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</a:t>
            </a:r>
            <a:r>
              <a:rPr lang="es-PE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Programación Web · UTP · 2026</a:t>
            </a:r>
            <a:endParaRPr lang="es-PE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85800"/>
            <a:ext cx="64008" cy="3474720"/>
          </a:xfrm>
          <a:prstGeom prst="rect">
            <a:avLst/>
          </a:prstGeom>
          <a:solidFill>
            <a:srgbClr val="D50032"/>
          </a:solidFill>
          <a:ln w="12700">
            <a:solidFill>
              <a:srgbClr val="D50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OlimpiaPeru?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OlimpiaPeru es un sitio web estático que sirve como portal oficial para las olimpiadas deportivas interfacultades de la UTP. Permite a los estudiantes conocer las disciplinas, inscribirse, consultar la tabla de posiciones y acceder a contenido multimedia.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6974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deportistas con formulario HTML5 completo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6974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566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clasificación del torneo de fútbol masculino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26974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3566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embebido e himno deportivo con audio nativo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archivo HTML · 1 CSS · 1 JS · Assets de imágenes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85800"/>
            <a:ext cx="64008" cy="3474720"/>
          </a:xfrm>
          <a:prstGeom prst="rect">
            <a:avLst/>
          </a:prstGeom>
          <a:solidFill>
            <a:srgbClr val="D50032"/>
          </a:solidFill>
          <a:ln w="12700">
            <a:solidFill>
              <a:srgbClr val="D50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del Sitio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08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Carrusel de 7 slides con autoplay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14173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1508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10712" y="19659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02152" y="2286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y misión con video 16:9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18504" y="141732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18504" y="15087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⚽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18504" y="19659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9944" y="2286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en CSS Grid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977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con todos los inputs HTML5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10712" y="3108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10712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410712" y="3657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02152" y="3977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colspan/rowspan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18504" y="3108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18504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🎵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18504" y="3657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9944" y="3977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nativo HTML5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85800"/>
            <a:ext cx="64008" cy="3657600"/>
          </a:xfrm>
          <a:prstGeom prst="rect">
            <a:avLst/>
          </a:prstGeom>
          <a:solidFill>
            <a:srgbClr val="D50032"/>
          </a:solidFill>
          <a:ln w="12700">
            <a:solidFill>
              <a:srgbClr val="D50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— CSS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Aplicadas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8321040" cy="345643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0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en el proyecto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0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Fonts (Inter)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Tipografía base importada en style.css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 Awesome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Íconos vectoriales en menú, deportes y redes sociales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CSS (:root)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Paleta de colores y tiempos de transición centralizados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@keyframes fadeInUp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Animación de entrada del contenido de cada slide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 / transform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Efectos suaves en hover de botones, tarjetas y flechas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Queries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responsivo para tablet (1024px) y móvil (768px)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Header, footer, tarjetas de Nosotros y pista del carrusel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Grid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Sección Disciplinas con auto-fit y minmax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85800"/>
            <a:ext cx="64008" cy="3474720"/>
          </a:xfrm>
          <a:prstGeom prst="rect">
            <a:avLst/>
          </a:prstGeom>
          <a:solidFill>
            <a:srgbClr val="D50032"/>
          </a:solidFill>
          <a:ln w="12700">
            <a:solidFill>
              <a:srgbClr val="D50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Animaciones, Transiciones y Transformaciones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fadeInUp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1051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de cada slide aparece desde abajo con opacidad 0 hasta su posición final. Se aplica en .slide-content con animation: fadeInUp 0.8s ease both.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542032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63347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26334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98094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 como variable --transition: all 0.3s ease y reutilizado en botones, tarjetas, flechas del slider e íconos sociales para suavizar todos los cambios de estado.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712464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803904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63040" y="380390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415137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translateX mueve la pista del carrusel; translateY y scale generan efecto de elevación en hover de botones y tarjetas; rotate gira los íconos de redes sociales.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85800"/>
            <a:ext cx="64008" cy="3474720"/>
          </a:xfrm>
          <a:prstGeom prst="rect">
            <a:avLst/>
          </a:prstGeom>
          <a:solidFill>
            <a:srgbClr val="D50032"/>
          </a:solidFill>
          <a:ln w="12700">
            <a:solidFill>
              <a:srgbClr val="D50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697480" cy="3520440"/>
          </a:xfrm>
          <a:prstGeom prst="roundRect">
            <a:avLst>
              <a:gd name="adj" fmla="val 2712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63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3134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(&gt; 1024px)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88vh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horizontal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4 columnas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lado a lado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1371600"/>
            <a:ext cx="2697480" cy="3520440"/>
          </a:xfrm>
          <a:prstGeom prst="roundRect">
            <a:avLst>
              <a:gd name="adj" fmla="val 2712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10712" y="1463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10712" y="19659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02152" y="23134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max-width: 1024px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93592" y="26517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70vh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reducidas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ajustado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18504" y="1371600"/>
            <a:ext cx="2697480" cy="3520440"/>
          </a:xfrm>
          <a:prstGeom prst="roundRect">
            <a:avLst>
              <a:gd name="adj" fmla="val 2712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18504" y="14630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📲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18504" y="19659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9944" y="23134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max-width: 768px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01384" y="26517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60vh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hamburguesa CSS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apiladas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vertical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85800"/>
            <a:ext cx="64008" cy="3474720"/>
          </a:xfrm>
          <a:prstGeom prst="rect">
            <a:avLst/>
          </a:prstGeom>
          <a:solidFill>
            <a:srgbClr val="D50032"/>
          </a:solidFill>
          <a:ln w="12700">
            <a:solidFill>
              <a:srgbClr val="D50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y CSS Grid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3931920" cy="384048"/>
          </a:xfrm>
          <a:prstGeom prst="rect">
            <a:avLst/>
          </a:prstGeom>
          <a:solidFill>
            <a:srgbClr val="D50032"/>
          </a:solidFill>
          <a:ln w="12700">
            <a:solidFill>
              <a:srgbClr val="D500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755648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87452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nav-container (logo + menú)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del carrusel (.slides)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de Nosotros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de Multimedia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y social-icons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Radios y checkboxes del 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6052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716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755648"/>
            <a:ext cx="4160520" cy="3108960"/>
          </a:xfrm>
          <a:prstGeom prst="roundRect">
            <a:avLst>
              <a:gd name="adj" fmla="val 2353"/>
            </a:avLst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en: .grid-disciplinas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0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500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repeat(auto-fit, minmax(200px, 1fr))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0632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4 columnas en escritorio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2 columnas en tablet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1 columna en móvil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Sin media queries extras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85800"/>
            <a:ext cx="64008" cy="3474720"/>
          </a:xfrm>
          <a:prstGeom prst="rect">
            <a:avLst/>
          </a:prstGeom>
          <a:solidFill>
            <a:srgbClr val="D50032"/>
          </a:solidFill>
          <a:ln w="12700">
            <a:solidFill>
              <a:srgbClr val="D50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ACADÉMICO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el Sílabo — Semanas 6 a 9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8321040" cy="38862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0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0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 en OlimpiaPeru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0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Tipografía, íconos y vectores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Fonts Inter + Font Awesome 6 en toda la interfaz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Animaciones, transiciones y transformaciones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@keyframes fadeInUp, transition global, transform en hover y carrusel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responsivo y media queries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Breakpoints 1024px y 768px, imágenes responsivas, menú hamburguesa CSS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Flexbox y Grid Layout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Flexbox en 6 componentes; Grid auto-fit en sección Disciplinas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50032"/>
          </a:solidFill>
          <a:ln w="12700">
            <a:solidFill>
              <a:srgbClr val="D50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5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OlimpiaPeru integra todos los temas de la Unidad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502920" cy="594360"/>
          </a:xfrm>
          <a:prstGeom prst="rect">
            <a:avLst/>
          </a:prstGeom>
          <a:solidFill>
            <a:srgbClr val="A80028"/>
          </a:solidFill>
          <a:ln w="12700">
            <a:solidFill>
              <a:srgbClr val="A800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087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55448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 e íconos vectoriales mejoran la legibilidad y reducen el peso de recursos gráficos.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313432"/>
            <a:ext cx="502920" cy="594360"/>
          </a:xfrm>
          <a:prstGeom prst="rect">
            <a:avLst/>
          </a:prstGeom>
          <a:solidFill>
            <a:srgbClr val="A80028"/>
          </a:solidFill>
          <a:ln w="12700">
            <a:solidFill>
              <a:srgbClr val="A800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1343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235915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 y transiciones dirigen la atención sin depender de librerías externas.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118104"/>
            <a:ext cx="502920" cy="594360"/>
          </a:xfrm>
          <a:prstGeom prst="rect">
            <a:avLst/>
          </a:prstGeom>
          <a:solidFill>
            <a:srgbClr val="A80028"/>
          </a:solidFill>
          <a:ln w="12700">
            <a:solidFill>
              <a:srgbClr val="A800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11810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316382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y Grid combinados cubren layout unidimensional y bidimensional de forma complementaria.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922776"/>
            <a:ext cx="502920" cy="594360"/>
          </a:xfrm>
          <a:prstGeom prst="rect">
            <a:avLst/>
          </a:prstGeom>
          <a:solidFill>
            <a:srgbClr val="A80028"/>
          </a:solidFill>
          <a:ln w="12700">
            <a:solidFill>
              <a:srgbClr val="A800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92277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3968496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responsivo asegura usabilidad en escritorio, tablet y móvil con menú hamburguesa CSS puro.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OlimpiaPeru · UTP · Desarrollo Web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668</Words>
  <Application>Microsoft Office PowerPoint</Application>
  <PresentationFormat>Presentación en pantalla (16:9)</PresentationFormat>
  <Paragraphs>148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OlimpiaPeru - Avance de Proyecto Final 2</dc:title>
  <dc:subject>PptxGenJS Presentation</dc:subject>
  <dc:creator>PptxGenJS</dc:creator>
  <cp:lastModifiedBy>Esteban Abanto</cp:lastModifiedBy>
  <cp:revision>2</cp:revision>
  <dcterms:created xsi:type="dcterms:W3CDTF">2026-05-31T13:57:07Z</dcterms:created>
  <dcterms:modified xsi:type="dcterms:W3CDTF">2026-05-31T14:37:42Z</dcterms:modified>
</cp:coreProperties>
</file>